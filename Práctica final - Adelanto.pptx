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9144000" cy="6858000" type="screen4x3"/>
  <p:notesSz cx="7099300" cy="10234613"/>
  <p:embeddedFontLst>
    <p:embeddedFont>
      <p:font typeface="Garamond" panose="02020404030301010803" pitchFamily="18" charset="0"/>
      <p:regular r:id="rId4"/>
      <p:bold r:id="rId5"/>
      <p:italic r:id="rId6"/>
      <p:boldItalic r:id="rId7"/>
    </p:embeddedFont>
    <p:embeddedFont>
      <p:font typeface="Tahoma" panose="020B0604030504040204" pitchFamily="34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gXakEa353j3ZIO9yHeXBYEGaZS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font" Target="fonts/font4.fntdata"/><Relationship Id="rId33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37" Type="http://schemas.openxmlformats.org/officeDocument/2006/relationships/tableStyles" Target="tableStyles.xml"/><Relationship Id="rId5" Type="http://schemas.openxmlformats.org/officeDocument/2006/relationships/font" Target="fonts/font2.fntdata"/><Relationship Id="rId36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0600" y="768350"/>
            <a:ext cx="51181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5"/>
          <p:cNvSpPr>
            <a:spLocks noGrp="1"/>
          </p:cNvSpPr>
          <p:nvPr>
            <p:ph type="title"/>
          </p:nvPr>
        </p:nvSpPr>
        <p:spPr>
          <a:xfrm>
            <a:off x="288032" y="187425"/>
            <a:ext cx="8604448" cy="721295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body" idx="1"/>
          </p:nvPr>
        </p:nvSpPr>
        <p:spPr>
          <a:xfrm>
            <a:off x="250825" y="1196752"/>
            <a:ext cx="8642350" cy="5327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sldNum" idx="12"/>
          </p:nvPr>
        </p:nvSpPr>
        <p:spPr>
          <a:xfrm>
            <a:off x="7010400" y="6597650"/>
            <a:ext cx="21336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6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aramond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ramond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ramond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ramond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ramond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ramond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aramond"/>
              <a:buNone/>
              <a:defRPr sz="1400"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sldNum" idx="12"/>
          </p:nvPr>
        </p:nvSpPr>
        <p:spPr>
          <a:xfrm>
            <a:off x="7010400" y="6597650"/>
            <a:ext cx="21336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7"/>
          <p:cNvSpPr>
            <a:spLocks noGrp="1"/>
          </p:cNvSpPr>
          <p:nvPr>
            <p:ph type="title"/>
          </p:nvPr>
        </p:nvSpPr>
        <p:spPr>
          <a:xfrm>
            <a:off x="288032" y="187425"/>
            <a:ext cx="8604448" cy="721295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7"/>
          <p:cNvSpPr txBox="1">
            <a:spLocks noGrp="1"/>
          </p:cNvSpPr>
          <p:nvPr>
            <p:ph type="body" idx="1"/>
          </p:nvPr>
        </p:nvSpPr>
        <p:spPr>
          <a:xfrm>
            <a:off x="250825" y="1484313"/>
            <a:ext cx="4244975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»"/>
              <a:defRPr sz="1800"/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body" idx="2"/>
          </p:nvPr>
        </p:nvSpPr>
        <p:spPr>
          <a:xfrm>
            <a:off x="4648200" y="1484313"/>
            <a:ext cx="4244975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»"/>
              <a:defRPr sz="1800"/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sldNum" idx="12"/>
          </p:nvPr>
        </p:nvSpPr>
        <p:spPr>
          <a:xfrm>
            <a:off x="7010400" y="6597650"/>
            <a:ext cx="21336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aramond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aramond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aramond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aramond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aramond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aramond"/>
              <a:buNone/>
              <a:defRPr sz="1600" b="1"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aramond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aramond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aramond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aramond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aramond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aramond"/>
              <a:buChar char="»"/>
              <a:defRPr sz="1600"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aramond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aramond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aramond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aramond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aramond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aramond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aramond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aramond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aramond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aramond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aramond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aramond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aramond"/>
              <a:buChar char="»"/>
              <a:defRPr sz="1600"/>
            </a:lvl9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sldNum" idx="12"/>
          </p:nvPr>
        </p:nvSpPr>
        <p:spPr>
          <a:xfrm>
            <a:off x="7010400" y="6597650"/>
            <a:ext cx="21336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9"/>
          <p:cNvSpPr>
            <a:spLocks noGrp="1"/>
          </p:cNvSpPr>
          <p:nvPr>
            <p:ph type="title"/>
          </p:nvPr>
        </p:nvSpPr>
        <p:spPr>
          <a:xfrm>
            <a:off x="288032" y="187425"/>
            <a:ext cx="8604448" cy="721295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sldNum" idx="12"/>
          </p:nvPr>
        </p:nvSpPr>
        <p:spPr>
          <a:xfrm>
            <a:off x="7010400" y="6597650"/>
            <a:ext cx="21336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Char char="»"/>
              <a:defRPr sz="2000"/>
            </a:lvl9pPr>
          </a:lstStyle>
          <a:p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aramond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aramond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aramond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aramond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aramond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aramond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aramond"/>
              <a:buNone/>
              <a:defRPr sz="900"/>
            </a:lvl9pPr>
          </a:lstStyle>
          <a:p>
            <a:endParaRPr/>
          </a:p>
        </p:txBody>
      </p:sp>
      <p:sp>
        <p:nvSpPr>
          <p:cNvPr id="49" name="Google Shape;49;p30"/>
          <p:cNvSpPr txBox="1">
            <a:spLocks noGrp="1"/>
          </p:cNvSpPr>
          <p:nvPr>
            <p:ph type="sldNum" idx="12"/>
          </p:nvPr>
        </p:nvSpPr>
        <p:spPr>
          <a:xfrm>
            <a:off x="7010400" y="6597650"/>
            <a:ext cx="21336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3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aramond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aramond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aramond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aramond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aramond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aramond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aramond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31"/>
          <p:cNvSpPr txBox="1">
            <a:spLocks noGrp="1"/>
          </p:cNvSpPr>
          <p:nvPr>
            <p:ph type="sldNum" idx="12"/>
          </p:nvPr>
        </p:nvSpPr>
        <p:spPr>
          <a:xfrm>
            <a:off x="7010400" y="6597650"/>
            <a:ext cx="21336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2"/>
          <p:cNvSpPr>
            <a:spLocks noGrp="1"/>
          </p:cNvSpPr>
          <p:nvPr>
            <p:ph type="title"/>
          </p:nvPr>
        </p:nvSpPr>
        <p:spPr>
          <a:xfrm>
            <a:off x="288032" y="187425"/>
            <a:ext cx="8604448" cy="721295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2"/>
          <p:cNvSpPr txBox="1">
            <a:spLocks noGrp="1"/>
          </p:cNvSpPr>
          <p:nvPr>
            <p:ph type="body" idx="1"/>
          </p:nvPr>
        </p:nvSpPr>
        <p:spPr>
          <a:xfrm rot="5400000">
            <a:off x="1908064" y="-460486"/>
            <a:ext cx="5327873" cy="864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58" name="Google Shape;58;p32"/>
          <p:cNvSpPr txBox="1">
            <a:spLocks noGrp="1"/>
          </p:cNvSpPr>
          <p:nvPr>
            <p:ph type="sldNum" idx="12"/>
          </p:nvPr>
        </p:nvSpPr>
        <p:spPr>
          <a:xfrm>
            <a:off x="7010400" y="6597650"/>
            <a:ext cx="21336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3"/>
          <p:cNvSpPr>
            <a:spLocks noGrp="1"/>
          </p:cNvSpPr>
          <p:nvPr>
            <p:ph type="title"/>
          </p:nvPr>
        </p:nvSpPr>
        <p:spPr>
          <a:xfrm>
            <a:off x="6858000" y="620713"/>
            <a:ext cx="2286000" cy="5903912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/>
          </a:p>
        </p:txBody>
      </p:sp>
      <p:sp>
        <p:nvSpPr>
          <p:cNvPr id="61" name="Google Shape;61;p33"/>
          <p:cNvSpPr txBox="1"/>
          <p:nvPr/>
        </p:nvSpPr>
        <p:spPr>
          <a:xfrm rot="5400000">
            <a:off x="5160637" y="2541249"/>
            <a:ext cx="5680725" cy="2062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Haga clic para modificar el estilo de título del patrón</a:t>
            </a:r>
            <a:endParaRPr/>
          </a:p>
        </p:txBody>
      </p:sp>
      <p:sp>
        <p:nvSpPr>
          <p:cNvPr id="62" name="Google Shape;62;p33"/>
          <p:cNvSpPr txBox="1">
            <a:spLocks noGrp="1"/>
          </p:cNvSpPr>
          <p:nvPr>
            <p:ph type="body" idx="1"/>
          </p:nvPr>
        </p:nvSpPr>
        <p:spPr>
          <a:xfrm rot="5400000">
            <a:off x="400844" y="219869"/>
            <a:ext cx="5903912" cy="6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3" name="Google Shape;63;p33"/>
          <p:cNvSpPr txBox="1">
            <a:spLocks noGrp="1"/>
          </p:cNvSpPr>
          <p:nvPr>
            <p:ph type="sldNum" idx="12"/>
          </p:nvPr>
        </p:nvSpPr>
        <p:spPr>
          <a:xfrm>
            <a:off x="7010400" y="6597650"/>
            <a:ext cx="21336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>
            <a:spLocks noGrp="1"/>
          </p:cNvSpPr>
          <p:nvPr>
            <p:ph type="title"/>
          </p:nvPr>
        </p:nvSpPr>
        <p:spPr>
          <a:xfrm>
            <a:off x="288032" y="187425"/>
            <a:ext cx="8604448" cy="721295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body" idx="1"/>
          </p:nvPr>
        </p:nvSpPr>
        <p:spPr>
          <a:xfrm>
            <a:off x="250825" y="1196752"/>
            <a:ext cx="8642350" cy="5327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Char char="•"/>
              <a:defRPr sz="2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Char char="–"/>
              <a:defRPr sz="2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Char char="»"/>
              <a:defRPr sz="2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Char char="»"/>
              <a:defRPr sz="2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Char char="»"/>
              <a:defRPr sz="2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Char char="»"/>
              <a:defRPr sz="2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Char char="»"/>
              <a:defRPr sz="2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sldNum" idx="12"/>
          </p:nvPr>
        </p:nvSpPr>
        <p:spPr>
          <a:xfrm>
            <a:off x="7010400" y="6597650"/>
            <a:ext cx="21336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1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tizso.itch.io/nintendo-mario-bro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"/>
          <p:cNvSpPr>
            <a:spLocks noGrp="1"/>
          </p:cNvSpPr>
          <p:nvPr>
            <p:ph type="title"/>
          </p:nvPr>
        </p:nvSpPr>
        <p:spPr>
          <a:xfrm>
            <a:off x="288032" y="187425"/>
            <a:ext cx="8604448" cy="721295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Projecto</a:t>
            </a:r>
            <a:r>
              <a:rPr lang="en-US" dirty="0"/>
              <a:t> final</a:t>
            </a:r>
            <a:endParaRPr dirty="0"/>
          </a:p>
        </p:txBody>
      </p:sp>
      <p:sp>
        <p:nvSpPr>
          <p:cNvPr id="190" name="Google Shape;190;p17"/>
          <p:cNvSpPr txBox="1"/>
          <p:nvPr/>
        </p:nvSpPr>
        <p:spPr>
          <a:xfrm>
            <a:off x="690245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 sz="14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91" name="Google Shape;19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032" y="1360939"/>
            <a:ext cx="8387906" cy="459023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7"/>
          <p:cNvSpPr txBox="1"/>
          <p:nvPr/>
        </p:nvSpPr>
        <p:spPr>
          <a:xfrm>
            <a:off x="1384216" y="6197084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sng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https://itizso.itch.io/nintendo-mario-bros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Presentación en pantalla (4:3)</PresentationFormat>
  <Paragraphs>3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Garamond</vt:lpstr>
      <vt:lpstr>Tahoma</vt:lpstr>
      <vt:lpstr>Arial</vt:lpstr>
      <vt:lpstr>Diseño predeterminado</vt:lpstr>
      <vt:lpstr>Projecto final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Casa</dc:creator>
  <cp:lastModifiedBy>Mario Delgado Picazo</cp:lastModifiedBy>
  <cp:revision>1</cp:revision>
  <dcterms:created xsi:type="dcterms:W3CDTF">2007-11-05T14:46:31Z</dcterms:created>
  <dcterms:modified xsi:type="dcterms:W3CDTF">2025-10-20T12:56:48Z</dcterms:modified>
</cp:coreProperties>
</file>